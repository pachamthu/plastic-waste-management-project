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Plastic Waste &amp; Poor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/>
            </a:pPr>
            <a:r>
              <a:t>Presented by: Pachamuthu</a:t>
            </a:r>
          </a:p>
          <a:p>
            <a:pPr>
              <a:spcAft>
                <a:spcPts val="800"/>
              </a:spcAft>
              <a:defRPr sz="2200"/>
            </a:pPr>
            <a:r>
              <a:t>B.E. CSE (AI &amp; ML)</a:t>
            </a:r>
          </a:p>
          <a:p>
            <a:pPr>
              <a:spcAft>
                <a:spcPts val="800"/>
              </a:spcAft>
              <a:defRPr sz="2200"/>
            </a:pPr>
            <a:r>
              <a:t>Rathinam Technical Campus</a:t>
            </a:r>
          </a:p>
          <a:p>
            <a:pPr>
              <a:spcAft>
                <a:spcPts val="800"/>
              </a:spcAft>
              <a:defRPr sz="2200"/>
            </a:pPr>
            <a:r>
              <a:t>Coimbatore, Tamil Nadu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Plastic is widely used in our daily life.</a:t>
            </a:r>
          </a:p>
          <a:p>
            <a:pPr>
              <a:spcAft>
                <a:spcPts val="1200"/>
              </a:spcAft>
              <a:defRPr sz="2200"/>
            </a:pPr>
            <a:r>
              <a:t>Improper disposal of plastic creates environmental and social problems.</a:t>
            </a:r>
          </a:p>
          <a:p>
            <a:pPr>
              <a:spcAft>
                <a:spcPts val="1200"/>
              </a:spcAft>
              <a:defRPr sz="2200"/>
            </a:pPr>
            <a:r>
              <a:t>This project studies plastic waste in a local area.</a:t>
            </a:r>
          </a:p>
          <a:p>
            <a:pPr>
              <a:spcAft>
                <a:spcPts val="1200"/>
              </a:spcAft>
              <a:defRPr sz="2200"/>
            </a:pPr>
            <a:r>
              <a:t>Field visit and interaction with local people were conducted.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The 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Plastic bags, bottles and food packaging are often discarded improperly.</a:t>
            </a:r>
          </a:p>
          <a:p>
            <a:pPr>
              <a:spcAft>
                <a:spcPts val="1200"/>
              </a:spcAft>
              <a:defRPr sz="2200"/>
            </a:pPr>
            <a:r>
              <a:t>Wet and dry waste may be mixed together.</a:t>
            </a:r>
          </a:p>
          <a:p>
            <a:pPr>
              <a:spcAft>
                <a:spcPts val="1200"/>
              </a:spcAft>
              <a:defRPr sz="2200"/>
            </a:pPr>
            <a:r>
              <a:t>Garbage can accumulate near roads, shops and public places.</a:t>
            </a:r>
          </a:p>
          <a:p>
            <a:pPr>
              <a:spcAft>
                <a:spcPts val="1200"/>
              </a:spcAft>
              <a:defRPr sz="2200"/>
            </a:pPr>
            <a:r>
              <a:t>Poor waste management can affect cleanliness and public health.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Objectives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Identify plastic-waste problems in a local area.</a:t>
            </a:r>
          </a:p>
          <a:p>
            <a:pPr>
              <a:spcAft>
                <a:spcPts val="1200"/>
              </a:spcAft>
              <a:defRPr sz="2200"/>
            </a:pPr>
            <a:r>
              <a:t>Observe how waste is disposed of and collected.</a:t>
            </a:r>
          </a:p>
          <a:p>
            <a:pPr>
              <a:spcAft>
                <a:spcPts val="1200"/>
              </a:spcAft>
              <a:defRPr sz="2200"/>
            </a:pPr>
            <a:r>
              <a:t>Understand people's experiences and opinions.</a:t>
            </a:r>
          </a:p>
          <a:p>
            <a:pPr>
              <a:spcAft>
                <a:spcPts val="1200"/>
              </a:spcAft>
              <a:defRPr sz="2200"/>
            </a:pPr>
            <a:r>
              <a:t>Suggest simple and practical solutions.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Field Visit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Visited: [Your Field Visit Location], Coimbatore</a:t>
            </a:r>
          </a:p>
          <a:p>
            <a:pPr>
              <a:spcAft>
                <a:spcPts val="1200"/>
              </a:spcAft>
              <a:defRPr sz="2200"/>
            </a:pPr>
            <a:r>
              <a:t>Observed roads, shops, bins and waste collection points.</a:t>
            </a:r>
          </a:p>
          <a:p>
            <a:pPr>
              <a:spcAft>
                <a:spcPts val="1200"/>
              </a:spcAft>
              <a:defRPr sz="2200"/>
            </a:pPr>
            <a:r>
              <a:t>Recorded examples of plastic waste.</a:t>
            </a:r>
          </a:p>
          <a:p>
            <a:pPr>
              <a:spcAft>
                <a:spcPts val="1200"/>
              </a:spcAft>
              <a:defRPr sz="2200"/>
            </a:pPr>
            <a:r>
              <a:t>Spoke with local residents/shopkeepers.</a:t>
            </a:r>
          </a:p>
          <a:p>
            <a:pPr>
              <a:spcAft>
                <a:spcPts val="1200"/>
              </a:spcAft>
              <a:defRPr sz="2200"/>
            </a:pPr>
            <a:r>
              <a:t>Documented observations using photos/videos.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Interaction with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Questions asked:</a:t>
            </a:r>
          </a:p>
          <a:p>
            <a:pPr>
              <a:spcAft>
                <a:spcPts val="1200"/>
              </a:spcAft>
              <a:defRPr sz="2000"/>
            </a:pPr>
            <a:r>
              <a:t>• How often is waste collected?</a:t>
            </a:r>
          </a:p>
          <a:p>
            <a:pPr>
              <a:spcAft>
                <a:spcPts val="1200"/>
              </a:spcAft>
              <a:defRPr sz="2000"/>
            </a:pPr>
            <a:r>
              <a:t>• Is plastic waste a common problem here?</a:t>
            </a:r>
          </a:p>
          <a:p>
            <a:pPr>
              <a:spcAft>
                <a:spcPts val="1200"/>
              </a:spcAft>
              <a:defRPr sz="2000"/>
            </a:pPr>
            <a:r>
              <a:t>• How is waste normally disposed of?</a:t>
            </a:r>
          </a:p>
          <a:p>
            <a:pPr>
              <a:spcAft>
                <a:spcPts val="1200"/>
              </a:spcAft>
              <a:defRPr sz="2000"/>
            </a:pPr>
            <a:r>
              <a:t>• Do people separate wet and dry waste?</a:t>
            </a:r>
          </a:p>
          <a:p>
            <a:pPr>
              <a:spcAft>
                <a:spcPts val="1200"/>
              </a:spcAft>
              <a:defRPr sz="2000"/>
            </a:pPr>
            <a:r>
              <a:t>• What solution would you suggest?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Key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Plastic bottles and covers were visible in some locations.</a:t>
            </a:r>
          </a:p>
          <a:p>
            <a:pPr>
              <a:spcAft>
                <a:spcPts val="1200"/>
              </a:spcAft>
              <a:defRPr sz="2200"/>
            </a:pPr>
            <a:r>
              <a:t>Some waste was placed in bins, while some was outside them.</a:t>
            </a:r>
          </a:p>
          <a:p>
            <a:pPr>
              <a:spcAft>
                <a:spcPts val="1200"/>
              </a:spcAft>
              <a:defRPr sz="2200"/>
            </a:pPr>
            <a:r>
              <a:t>Waste segregation was not consistently followed.</a:t>
            </a:r>
          </a:p>
          <a:p>
            <a:pPr>
              <a:spcAft>
                <a:spcPts val="1200"/>
              </a:spcAft>
              <a:defRPr sz="2200"/>
            </a:pPr>
            <a:r>
              <a:t>Regular collection and public cooperation are important.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Main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Excessive use of single-use plastic.</a:t>
            </a:r>
          </a:p>
          <a:p>
            <a:pPr>
              <a:spcAft>
                <a:spcPts val="1200"/>
              </a:spcAft>
              <a:defRPr sz="2200"/>
            </a:pPr>
            <a:r>
              <a:t>Improper disposal by some people.</a:t>
            </a:r>
          </a:p>
          <a:p>
            <a:pPr>
              <a:spcAft>
                <a:spcPts val="1200"/>
              </a:spcAft>
              <a:defRPr sz="2200"/>
            </a:pPr>
            <a:r>
              <a:t>Lack of awareness about waste segregation.</a:t>
            </a:r>
          </a:p>
          <a:p>
            <a:pPr>
              <a:spcAft>
                <a:spcPts val="1200"/>
              </a:spcAft>
              <a:defRPr sz="2200"/>
            </a:pPr>
            <a:r>
              <a:t>Insufficient or poorly used waste bins in some places.</a:t>
            </a:r>
          </a:p>
          <a:p>
            <a:pPr>
              <a:spcAft>
                <a:spcPts val="1200"/>
              </a:spcAft>
              <a:defRPr sz="2200"/>
            </a:pPr>
            <a:r>
              <a:t>Need for consistent waste collection.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Effects of Plastic Waste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Blocks drains and can contribute to water stagnation.</a:t>
            </a:r>
          </a:p>
          <a:p>
            <a:pPr>
              <a:spcAft>
                <a:spcPts val="1200"/>
              </a:spcAft>
              <a:defRPr sz="2200"/>
            </a:pPr>
            <a:r>
              <a:t>Makes public places dirty and unpleasant.</a:t>
            </a:r>
          </a:p>
          <a:p>
            <a:pPr>
              <a:spcAft>
                <a:spcPts val="1200"/>
              </a:spcAft>
              <a:defRPr sz="2200"/>
            </a:pPr>
            <a:r>
              <a:t>Can harm animals when plastic is swallowed.</a:t>
            </a:r>
          </a:p>
          <a:p>
            <a:pPr>
              <a:spcAft>
                <a:spcPts val="1200"/>
              </a:spcAft>
              <a:defRPr sz="2200"/>
            </a:pPr>
            <a:r>
              <a:t>Creates long-lasting environmental pollution.</a:t>
            </a:r>
          </a:p>
          <a:p>
            <a:pPr>
              <a:spcAft>
                <a:spcPts val="1200"/>
              </a:spcAft>
              <a:defRPr sz="2200"/>
            </a:pPr>
            <a:r>
              <a:t>Reduces the cleanliness and quality of community spaces.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Suggested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Reduce single-use plastic.</a:t>
            </a:r>
          </a:p>
          <a:p>
            <a:pPr>
              <a:spcAft>
                <a:spcPts val="1200"/>
              </a:spcAft>
              <a:defRPr sz="2200"/>
            </a:pPr>
            <a:r>
              <a:t>Use reusable bags and bottles.</a:t>
            </a:r>
          </a:p>
          <a:p>
            <a:pPr>
              <a:spcAft>
                <a:spcPts val="1200"/>
              </a:spcAft>
              <a:defRPr sz="2200"/>
            </a:pPr>
            <a:r>
              <a:t>Separate wet and dry waste at the source.</a:t>
            </a:r>
          </a:p>
          <a:p>
            <a:pPr>
              <a:spcAft>
                <a:spcPts val="1200"/>
              </a:spcAft>
              <a:defRPr sz="2200"/>
            </a:pPr>
            <a:r>
              <a:t>Provide and properly use sufficient dustbins.</a:t>
            </a:r>
          </a:p>
          <a:p>
            <a:pPr>
              <a:spcAft>
                <a:spcPts val="1200"/>
              </a:spcAft>
              <a:defRPr sz="2200"/>
            </a:pPr>
            <a:r>
              <a:t>Improve regular waste collection.</a:t>
            </a:r>
          </a:p>
          <a:p>
            <a:pPr>
              <a:spcAft>
                <a:spcPts val="1200"/>
              </a:spcAft>
              <a:defRPr sz="2200"/>
            </a:pPr>
            <a:r>
              <a:t>Conduct awareness programs in schools and colleges.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Role of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Carry reusable bags and bottles.</a:t>
            </a:r>
          </a:p>
          <a:p>
            <a:pPr>
              <a:spcAft>
                <a:spcPts val="1200"/>
              </a:spcAft>
              <a:defRPr sz="2200"/>
            </a:pPr>
            <a:r>
              <a:t>Dispose of waste in the correct bin.</a:t>
            </a:r>
          </a:p>
          <a:p>
            <a:pPr>
              <a:spcAft>
                <a:spcPts val="1200"/>
              </a:spcAft>
              <a:defRPr sz="2200"/>
            </a:pPr>
            <a:r>
              <a:t>Practice waste segregation.</a:t>
            </a:r>
          </a:p>
          <a:p>
            <a:pPr>
              <a:spcAft>
                <a:spcPts val="1200"/>
              </a:spcAft>
              <a:defRPr sz="2200"/>
            </a:pPr>
            <a:r>
              <a:t>Participate in cleanliness drives.</a:t>
            </a:r>
          </a:p>
          <a:p>
            <a:pPr>
              <a:spcAft>
                <a:spcPts val="1200"/>
              </a:spcAft>
              <a:defRPr sz="2200"/>
            </a:pPr>
            <a:r>
              <a:t>Create awareness among friends and the community.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Plastic waste is a visible and practical community problem.</a:t>
            </a:r>
          </a:p>
          <a:p>
            <a:pPr>
              <a:spcAft>
                <a:spcPts val="1200"/>
              </a:spcAft>
              <a:defRPr sz="2200"/>
            </a:pPr>
            <a:r>
              <a:t>The field visit helped connect classroom learning with a real situation.</a:t>
            </a:r>
          </a:p>
          <a:p>
            <a:pPr>
              <a:spcAft>
                <a:spcPts val="1200"/>
              </a:spcAft>
              <a:defRPr sz="2200"/>
            </a:pPr>
            <a:r>
              <a:t>People, businesses and local authorities all have a role.</a:t>
            </a:r>
          </a:p>
          <a:p>
            <a:pPr>
              <a:spcAft>
                <a:spcPts val="1200"/>
              </a:spcAft>
              <a:defRPr sz="2200"/>
            </a:pPr>
            <a:r>
              <a:t>Small changes in daily habits can create a cleaner environment.</a:t>
            </a:r>
          </a:p>
          <a:p>
            <a:pPr>
              <a:spcAft>
                <a:spcPts val="1200"/>
              </a:spcAft>
              <a:defRPr sz="2200"/>
            </a:pPr>
            <a:r>
              <a:t>Responsible waste management requires everyone's participation.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12.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Thank You!</a:t>
            </a:r>
          </a:p>
          <a:p>
            <a:pPr>
              <a:spcAft>
                <a:spcPts val="1200"/>
              </a:spcAft>
              <a:defRPr sz="2200"/>
            </a:pPr>
            <a:r>
              <a:t>Questions / Suggestions?</a:t>
            </a:r>
          </a:p>
          <a:p>
            <a:pPr>
              <a:spcAft>
                <a:spcPts val="1200"/>
              </a:spcAft>
              <a:defRPr sz="2200"/>
            </a:pPr>
            <a:r>
              <a:t>Field Study: Plastic Waste &amp; Poor Waste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